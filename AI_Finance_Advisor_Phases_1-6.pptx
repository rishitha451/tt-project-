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Finance Advisor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Financial Management &amp; Investment Intelligence Platform</a:t>
            </a:r>
          </a:p>
          <a:p/>
          <a:p>
            <a:r>
              <a:t>• Provides a centralized financial management experience</a:t>
            </a:r>
          </a:p>
          <a:p>
            <a:r>
              <a:t>• Adds structured investment intelligence</a:t>
            </a:r>
          </a:p>
          <a:p>
            <a:r>
              <a:t>• Combines portfolio, market, risk, and investment analysis</a:t>
            </a:r>
          </a:p>
          <a:p>
            <a:r>
              <a:t>• Provides a foundation for future AI-powered financial services</a:t>
            </a:r>
          </a:p>
          <a:p/>
          <a:p>
            <a:r>
              <a:t>Financial Management + Investment Intelligence = AI Finance Advisor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Finance Advisor to Investment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Finance Advisor</a:t>
            </a:r>
          </a:p>
          <a:p>
            <a:r>
              <a:t>↓</a:t>
            </a:r>
          </a:p>
          <a:p>
            <a:r>
              <a:t>TradeFlow Reference</a:t>
            </a:r>
          </a:p>
          <a:p>
            <a:r>
              <a:t>↓</a:t>
            </a:r>
          </a:p>
          <a:p>
            <a:r>
              <a:t>Investment Foundation</a:t>
            </a:r>
          </a:p>
          <a:p>
            <a:r>
              <a:t>↓</a:t>
            </a:r>
          </a:p>
          <a:p>
            <a:r>
              <a:t>Portfolio</a:t>
            </a:r>
          </a:p>
          <a:p>
            <a:r>
              <a:t>↓</a:t>
            </a:r>
          </a:p>
          <a:p>
            <a:r>
              <a:t>Market Intelligence</a:t>
            </a:r>
          </a:p>
          <a:p>
            <a:r>
              <a:t>↓</a:t>
            </a:r>
          </a:p>
          <a:p>
            <a:r>
              <a:t>Risk &amp; Sentiment</a:t>
            </a:r>
          </a:p>
          <a:p>
            <a:r>
              <a:t>↓</a:t>
            </a:r>
          </a:p>
          <a:p>
            <a:r>
              <a:t>Investment Insights</a:t>
            </a:r>
          </a:p>
          <a:p>
            <a:r>
              <a:t>↓</a:t>
            </a:r>
          </a:p>
          <a:p>
            <a:r>
              <a:t>Unified Investment Experience</a:t>
            </a:r>
          </a:p>
          <a:p>
            <a:br/>
            <a:r>
              <a:t>• TradeFlow was used as a UX/reference source</a:t>
            </a:r>
            <a:br/>
            <a:r>
              <a:t>• Useful concepts were migrated</a:t>
            </a:r>
            <a:br/>
            <a:r>
              <a:t>• TradeFlow's random simulation behavior was removed</a:t>
            </a:r>
            <a:br/>
            <a:r>
              <a:t>• Everything was rebuilt inside the Finance Advisor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Intelligence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</a:t>
            </a:r>
          </a:p>
          <a:p>
            <a:r>
              <a:t>- Holdings, value, P&amp;L, allocation</a:t>
            </a:r>
          </a:p>
          <a:p/>
          <a:p>
            <a:r>
              <a:t>Market Intelligence</a:t>
            </a:r>
          </a:p>
          <a:p>
            <a:r>
              <a:t>- News, sentiment, trends</a:t>
            </a:r>
          </a:p>
          <a:p/>
          <a:p>
            <a:r>
              <a:t>Risk &amp; Sentiment</a:t>
            </a:r>
          </a:p>
          <a:p>
            <a:r>
              <a:t>- Risk metrics, exposure, sentiment</a:t>
            </a:r>
          </a:p>
          <a:p/>
          <a:p>
            <a:r>
              <a:t>Investment Insights</a:t>
            </a:r>
          </a:p>
          <a:p>
            <a:r>
              <a:t>- Structured analysis, confidence, reasoning</a:t>
            </a:r>
          </a:p>
          <a:p/>
          <a:p>
            <a:r>
              <a:t>Portfolio ↓ Market Intelligence ↓ Risk &amp; Sentiment ↓ Investment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Engineering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Finance Advisor UI</a:t>
            </a:r>
          </a:p>
          <a:p>
            <a:r>
              <a:t>↓</a:t>
            </a:r>
          </a:p>
          <a:p>
            <a:r>
              <a:t>Feature Hooks</a:t>
            </a:r>
          </a:p>
          <a:p>
            <a:r>
              <a:t>↓</a:t>
            </a:r>
          </a:p>
          <a:p>
            <a:r>
              <a:t>TanStack Query</a:t>
            </a:r>
          </a:p>
          <a:p>
            <a:r>
              <a:t>↓</a:t>
            </a:r>
          </a:p>
          <a:p>
            <a:r>
              <a:t>API Adapter</a:t>
            </a:r>
          </a:p>
          <a:p>
            <a:r>
              <a:t>↓</a:t>
            </a:r>
          </a:p>
          <a:p>
            <a:r>
              <a:t>Deterministic Mock Services</a:t>
            </a:r>
          </a:p>
          <a:p>
            <a:r>
              <a:t>↓</a:t>
            </a:r>
          </a:p>
          <a:p>
            <a:r>
              <a:t>Future FastAPI / AI / Data Services</a:t>
            </a:r>
          </a:p>
          <a:p/>
          <a:p>
            <a:r>
              <a:t>Validation:</a:t>
            </a:r>
          </a:p>
          <a:p>
            <a:r>
              <a:t>✓ TypeScript</a:t>
            </a:r>
          </a:p>
          <a:p>
            <a:r>
              <a:t>✓ Production Build</a:t>
            </a:r>
          </a:p>
          <a:p>
            <a:r>
              <a:t>✓ Route Validation</a:t>
            </a:r>
          </a:p>
          <a:p>
            <a:r>
              <a:t>✓ Responsive UI</a:t>
            </a:r>
          </a:p>
          <a:p>
            <a:r>
              <a:t>✓ Runtime Validation</a:t>
            </a:r>
          </a:p>
          <a:p>
            <a:r>
              <a:t>✓ Simulation Audit</a:t>
            </a:r>
          </a:p>
          <a:p>
            <a:r>
              <a:t>✓ Regression Testing</a:t>
            </a:r>
          </a:p>
          <a:p/>
          <a:p>
            <a:r>
              <a:t>TradeFlow reference project remained untouched.</a:t>
            </a:r>
          </a:p>
          <a:p>
            <a:r>
              <a:t>The current application uses deterministic mock services. Backend and real AI/data integrations are planned for a later phase.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Completed:</a:t>
            </a:r>
          </a:p>
          <a:p>
            <a:r>
              <a:t>• Complete investment module</a:t>
            </a:r>
          </a:p>
          <a:p>
            <a:r>
              <a:t>• Unified Investment Hub</a:t>
            </a:r>
          </a:p>
          <a:p>
            <a:r>
              <a:t>• Portfolio, Market, Risk, Insights, Dashboard integration, Responsive frontend, Validated architecture</a:t>
            </a:r>
          </a:p>
          <a:p/>
          <a:p>
            <a:r>
              <a:t>Current Status:</a:t>
            </a:r>
          </a:p>
          <a:p>
            <a:r>
              <a:t>Frontend: COMPLETE &amp; DEMO READY</a:t>
            </a:r>
          </a:p>
          <a:p/>
          <a:p>
            <a:r>
              <a:t>Next Stage (Future Work):</a:t>
            </a:r>
          </a:p>
          <a:p>
            <a:r>
              <a:t>FastAPI Backend</a:t>
            </a:r>
          </a:p>
          <a:p>
            <a:r>
              <a:t>↓</a:t>
            </a:r>
          </a:p>
          <a:p>
            <a:r>
              <a:t>Real Financial Data</a:t>
            </a:r>
          </a:p>
          <a:p>
            <a:r>
              <a:t>↓</a:t>
            </a:r>
          </a:p>
          <a:p>
            <a:r>
              <a:t>AI / LLM Analysis</a:t>
            </a:r>
          </a:p>
          <a:p>
            <a:r>
              <a:t>↓</a:t>
            </a:r>
          </a:p>
          <a:p>
            <a:r>
              <a:t>Production Data Contracts</a:t>
            </a:r>
          </a:p>
          <a:p>
            <a:r>
              <a:t>↓</a:t>
            </a:r>
          </a:p>
          <a:p>
            <a:r>
              <a:t>Real-Time Financial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